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371600" cy="228600"/>
          </a:xfrm>
          <a:prstGeom prst="rect">
            <a:avLst/>
          </a:prstGeom>
          <a:solidFill>
            <a:srgbClr val="1E3A8A">
              <a:alpha val="6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Invitation Only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103120" y="548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April 16,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548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Seoul, Gangnam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2026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Scaling the Korean Ethereum Landscape: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BD5E1"/>
                </a:solidFill>
              </a:rPr>
              <a:t>Where Global Foundations Meet the Next Frontier of Institutional Adoption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Co-Hosted By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NONCE Classic × TICKER is ETH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Why Now? The April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The April Convergence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April 16, 2026 marks a pivotal moment during BUIDL Asia &amp; CIS Week. Global blockchain leaders will converge in Seoul.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The Institutional Void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737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Despite numerous events, there is a critical absence of high-density forum where Institutional Finance meets Ethereum Core Tech.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The KRW Powerhouse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Korea remains a dominant fiat-native market with $663 Billion USD Annual KRW Crypto Trading Volume.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384048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Strategic Unification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5661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We aim to unify fragmented communities into a coherent force, showcasing Korea's institutional readiness to EF.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Concept &amp; Differentiators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"The Open Seminar: Beyond the Surface"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651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EF Direct Engagement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Core members of the Ethereum Foundation participate as active speakers and panel leaders, facilitating direct technical dialogue.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B5FD"/>
                </a:solidFill>
              </a:rPr>
              <a:t>Foundation Lead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0" y="1554480"/>
            <a:ext cx="2651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Institutional Density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High-density networking with decision-makers from Korea's top-tier financial institutions and Upbit's GIWA team.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0" y="4023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B5FD"/>
                </a:solidFill>
              </a:rPr>
              <a:t>Top-tier FI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583680" y="1554480"/>
            <a:ext cx="2651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Actionable Insight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286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Moving beyond PR headlines to discuss real regulatory compliance, stablecoin pilots, and STO collaboration scenarios for 2026.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4023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B5FD"/>
                </a:solidFill>
              </a:rPr>
              <a:t>Strategy &amp; Pilot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Key Agenda: The Fireside Chats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Format: 25min Discussion + 10min Live Q&amp;A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840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Session 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Future of Payments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BC Card × EF × Visa/Mastercard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Deep dive discussion on implementation strategies and real-world use cases.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00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EEAD4"/>
                </a:solidFill>
              </a:rPr>
              <a:t>Session 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Infrastructure &amp; L2 Strategy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148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GIWA (Upbit L2) × Base × EF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0" y="2423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Deep dive discussion on implementation strategies and real-world use cases.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3840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37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78BFA"/>
                </a:solidFill>
              </a:rPr>
              <a:t>Session 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Regulatory &amp; STO Era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Top Securities Firms × EF (Besu)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Deep dive discussion on implementation strategies and real-world use cases.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3200400"/>
            <a:ext cx="3840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3375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</a:rPr>
              <a:t>Session 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Institutional Asset Management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0" y="38862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Global Asset Managers × EF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4160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Deep dive discussion on implementation strategies and real-world use cases.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Target Audience &amp; Network Impact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77240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Key Attendees: Policymakers &amp; Regulators | FI Leads | Ethereum Core Builders | Global Foundation Liaisons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651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Institutions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Secure direct communication channel with EF leadership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Validate KRW-based business cases for stablecoins &amp; STOs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Co-develop pilot programs compliant with regulations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645920"/>
            <a:ext cx="2651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Foundations &amp; EF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4048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Establish strong allies within high-volume Korean market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Reinforce technical leadership against competing L1s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Accelerate adoption of L2 standards and privacy solutions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1645920"/>
            <a:ext cx="265176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Builders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22860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Bridge information gap with global core development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2926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Access high-quality institutional datasets for testing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• Unlock collaboration opportunities with global DeFi projects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Partnership Tiers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</a:rPr>
              <a:t>Looking For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200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Venue Partner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Provide a high-end Gangnam lounge or conference hall.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200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Financial Sponsors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Cash support for premium production quality and security.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3200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0175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 Partners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Facilitate introductions to key domestic institutions.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Consortium Privileges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9120" y="1463040"/>
            <a:ext cx="411480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Private Dinner w/ EF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Solo Spotlight: Keynote session or panel moderation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Premium Branding: Logo on main stage and materials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VIP Treatment: Front-row seating and demo pod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• Lead Generation: Access to attendee list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Who We Are: Proven Track Record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6517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</a:rPr>
              <a:t>Nonce Classic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 specialized Venture Capital firm hard-forked from nonce, Korea's most influential blockchain builder community.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1371600"/>
            <a:ext cx="26517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</a:rPr>
              <a:t>Ticker is ETH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An elite collective of Korea's top-tier Ethereum builders and researchers driving technical discourse and innovation.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0" y="1371600"/>
            <a:ext cx="265176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Kanon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66560" y="201168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The strategic GTM arm of Nonce Classic, specializing in hyper-local marketing and execution for global protocols.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233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Partnership Inquiries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4251960"/>
            <a:ext cx="6858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eth26@nonceclassic.org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2026-02-27T11:06:06Z</dcterms:created>
  <dcterms:modified xsi:type="dcterms:W3CDTF">2026-02-27T11:06:06Z</dcterms:modified>
</cp:coreProperties>
</file>